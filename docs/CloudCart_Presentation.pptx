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4C050-0E80-8384-C992-8D09FBCA3C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20886D-CC66-EF21-02FF-3726B3B47C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5F8A1-257B-6C61-F120-1100E7F74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9B84F-CDEA-4946-A78F-BF4152AD128F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33E9C6-9B86-94C1-4CC6-2CFD70AF6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4E7B5-C6B3-C7FB-B883-5748923AE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D22A9-C5BA-467D-9824-6F6AA9C003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6489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B9A27-DD17-14E9-5FE9-B9B6AA8AE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D4929-BF6A-5CF2-EE66-BB8B002A8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434270-9E74-5ABA-64D6-F90BCB39A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9B84F-CDEA-4946-A78F-BF4152AD128F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458A0-3B5D-338A-617F-5C8855874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1247A-A863-F3A9-152D-45FC25F61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D22A9-C5BA-467D-9824-6F6AA9C003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1319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A017D-C8E4-D025-1219-F4D301D78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687840-DA1C-1B4C-54DD-64DA0D20DE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E8BD7-B1FB-3F37-4BD8-32F5BDD0A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9B84F-CDEA-4946-A78F-BF4152AD128F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9F359-FF3D-F527-9793-7ED7B5798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2AC90-54C4-46A5-D519-1C4035F09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D22A9-C5BA-467D-9824-6F6AA9C003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8524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602FF-C657-CB1B-2FD8-940202778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027DA-A280-BD67-E365-2202F8B80E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649F16-0F91-DC38-CD73-931DD7E2BE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224753-7663-2828-D756-561290CF6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9B84F-CDEA-4946-A78F-BF4152AD128F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00A8AA-1A4B-0931-6BCE-8D694B3F8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CB9111-91CB-E39B-C1AA-84B5B9E3B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D22A9-C5BA-467D-9824-6F6AA9C003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4417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98D98-C149-0381-41FB-078EDBBAC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3304CA-EDC0-D5EF-93F8-653D50D1C3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17B28F-C6E0-4367-2A56-3DDCC342F8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0D2897-A4C7-5FDF-82D6-32B903E987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95567A-98DF-8E12-8AE0-57E7E2C541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DC9160-4975-DF11-35D2-D57C362D9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9B84F-CDEA-4946-A78F-BF4152AD128F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074B6D-CF7F-BFB0-DEA9-9F1E808DF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D7221F-EB6D-E1FB-FC1D-6665F7E13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D22A9-C5BA-467D-9824-6F6AA9C003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6108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CA283-6F59-C91D-8CA0-56D59F1A2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732D9B-58ED-AF3D-0117-2B7CD9B13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9B84F-CDEA-4946-A78F-BF4152AD128F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C25CBA-BFCF-75E6-8F22-2D7E36CF5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C485F7-8A75-0D4D-E325-CEABFEB08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D22A9-C5BA-467D-9824-6F6AA9C003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2444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747FE7-10C7-5200-B213-8AE3CEA9F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9B84F-CDEA-4946-A78F-BF4152AD128F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426318-7EAE-7B0C-EB7E-310B24B9C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C22D0C-3D06-6840-3AEA-EC63563D9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D22A9-C5BA-467D-9824-6F6AA9C003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1478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AE8CF-623D-E26F-23B6-325C4F383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3767F-9A33-A792-8D3C-9BF42DD59B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781947-9B9A-321F-5949-F9EA23F063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69FAF9-9542-4319-D905-53171416F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9B84F-CDEA-4946-A78F-BF4152AD128F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487C78-8E5C-F478-C73B-78F5CFBCE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D6A7C5-2E09-21A1-F67F-609F6CA81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D22A9-C5BA-467D-9824-6F6AA9C003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0675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F4FE7-BCEC-AC6A-3B29-368645B10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6B1EFA-0DFF-A6F6-5809-CD98861DC1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E1D9E3-54BF-F19B-D4C8-337258A809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8D82A9-32F5-0D9F-237F-D277E0419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9B84F-CDEA-4946-A78F-BF4152AD128F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7F1AE9-474D-481D-6EB7-8E800F8B5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FE7D5B-C178-E352-54E9-7F0BA5E79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D22A9-C5BA-467D-9824-6F6AA9C003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2818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AE436-C6B8-B629-5C2D-14C2A13D5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DF1975-DBFA-E5B1-A47B-6DAC565D75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64E95B-AC10-710F-7082-24E680B1C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9B84F-CDEA-4946-A78F-BF4152AD128F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67D891-30C0-45F4-686F-13766B659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0C61E4-914A-228F-AB4A-D9BFEFD22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D22A9-C5BA-467D-9824-6F6AA9C003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2936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72223D-7770-CDB2-9259-05AE02ED01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FC100A-92E4-3BFD-2204-6E15C64524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F1CDCC-3ECE-C553-B987-8B25EB156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9B84F-CDEA-4946-A78F-BF4152AD128F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9DE55F-E025-F7D9-0108-1021ACB33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4CA3B-49D2-659E-D2D5-0548A00D2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D22A9-C5BA-467D-9824-6F6AA9C003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9485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3F6884-EF9E-CF39-5FB7-B71DD1B89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E00E47-50D5-0383-C848-EE8DADD635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482E2-D0C7-340E-3066-23C22522FA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C9B84F-CDEA-4946-A78F-BF4152AD128F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833DBC-0675-18FE-537C-B509EACF45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1DA00-2721-0B98-09C2-751AB95E3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9D22A9-C5BA-467D-9824-6F6AA9C003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6135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F6611-2F2D-3F7F-A40C-F380467BCB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66D303-70DB-4855-411F-15722FD6EF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B07068-B20C-A33E-E6E8-562667752C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074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15A933-9A01-4D6B-141A-334D1218BA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15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A1B00D-536C-DFCC-8E85-68366AFF9C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121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E00B35-682D-C288-4C55-A682BEBF80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8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1D810E-1B55-B6D2-4E33-78DBFFDB06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450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847AB5-2B5A-3919-E4CD-1E8980C0EE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485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D55EFB-B522-C05D-398E-789855BF14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672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755591-68B8-DC07-6777-C60CEED353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442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61A75A-395C-4C67-B5A9-A83D44FA38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986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410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B9A323-BCD0-2082-9144-331535FD12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6668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71B82D-1A3F-5A3C-0A3C-56E190B7EC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3741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A22D03-1CF9-1975-E02B-8BBAC00434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895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4747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F33B6B0-B7AD-F8E6-F20A-0BD5FA920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712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5863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C1242E-6CC9-6297-9A64-64619ACA3D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3261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708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Aishwarya Chourasia</dc:creator>
  <cp:lastModifiedBy>Aishwarya Chourasia</cp:lastModifiedBy>
  <cp:revision>1</cp:revision>
  <dcterms:created xsi:type="dcterms:W3CDTF">2026-07-17T06:44:13Z</dcterms:created>
  <dcterms:modified xsi:type="dcterms:W3CDTF">2026-07-17T06:44:58Z</dcterms:modified>
</cp:coreProperties>
</file>